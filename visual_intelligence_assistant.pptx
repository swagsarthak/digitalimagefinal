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85192"/>
            <a:ext cx="854964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Intelligence Assistant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151334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Captioning and Visual Question Answering</a:t>
            </a:r>
            <a:endParaRPr lang="en-US" sz="1404" dirty="0"/>
          </a:p>
        </p:txBody>
      </p:sp>
      <p:sp>
        <p:nvSpPr>
          <p:cNvPr id="4" name="Text 2"/>
          <p:cNvSpPr/>
          <p:nvPr/>
        </p:nvSpPr>
        <p:spPr>
          <a:xfrm>
            <a:off x="381000" y="1529655"/>
            <a:ext cx="8549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Course: Digital Image Processing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863030"/>
            <a:ext cx="8549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May 6,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2026-05-06T22:42:18Z</dcterms:created>
  <dcterms:modified xsi:type="dcterms:W3CDTF">2026-05-06T22:42:18Z</dcterms:modified>
</cp:coreProperties>
</file>